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1">
                <a:solidFill>
                  <a:srgbClr val="E9E9EE"/>
                </a:solidFill>
                <a:latin typeface="Inter"/>
              </a:rPr>
              <a:t>BugMine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9A9AA8"/>
                </a:solidFill>
                <a:latin typeface="Inter"/>
              </a:rPr>
              <a:t>A holistic bug catalog — breaking changes, deprecations, regressions and security — narrowed to what your code actually reaches.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8463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818CF8"/>
                </a:solidFill>
                <a:latin typeface="Inter"/>
              </a:rPr>
              <a:t>24,363 records · 263 components · 83% with no CVE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Inter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9EE"/>
                </a:solidFill>
                <a:latin typeface="Inter"/>
              </a:rPr>
              <a:t>Scanners are 92% wrong, and silent about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9AA8"/>
                </a:solidFill>
                <a:latin typeface="Inter"/>
              </a:rPr>
              <a:t>Dependency scanners report every package containing a known defect. Most of those defects are unreachable from the code that imported them — so the report is mostly noise, and the noise trains people to ignore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00400"/>
            <a:ext cx="10637215" cy="9525"/>
          </a:xfrm>
          <a:prstGeom prst="rect">
            <a:avLst/>
          </a:prstGeom>
          <a:solidFill>
            <a:srgbClr val="26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245356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0A06A"/>
                </a:solidFill>
                <a:latin typeface="Inter"/>
              </a:rPr>
              <a:t>92%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78808"/>
            <a:ext cx="2453563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scanner false-positive rate, measured across 2,414 repositories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5123" y="3520440"/>
            <a:ext cx="245356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7FB0F5"/>
                </a:solidFill>
                <a:latin typeface="Inter"/>
              </a:rPr>
              <a:t>61.9%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123" y="4178808"/>
            <a:ext cx="2453563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of those false alarms removed by reachability analysis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3520440"/>
            <a:ext cx="245356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0A06A"/>
                </a:solidFill>
                <a:latin typeface="Inter"/>
              </a:rPr>
              <a:t>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4178808"/>
            <a:ext cx="2453563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of vulnerable dependencies need a minor or major upgrade to fix — which may break you a different 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0891" y="3520440"/>
            <a:ext cx="245356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0A06A"/>
                </a:solidFill>
                <a:latin typeface="Inter"/>
              </a:rPr>
              <a:t>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0891" y="4178808"/>
            <a:ext cx="2453563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of Maven packages have violated semver, so a version number is not a promise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9A9AA8"/>
                </a:solidFill>
                <a:latin typeface="Inter"/>
              </a:rPr>
              <a:t>Figures from published research, cited in our design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Inter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9EE"/>
                </a:solidFill>
                <a:latin typeface="Inter"/>
              </a:rPr>
              <a:t>Security is the minority of what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9AA8"/>
                </a:solidFill>
                <a:latin typeface="Inter"/>
              </a:rPr>
              <a:t>Every incumbent is built around the CVE. But a deprecation that silently changes behaviour, a regression in a patch release, or a breaking change buried in a changelog has no advisory ID and no scanner that looks for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00400"/>
            <a:ext cx="10637215" cy="9525"/>
          </a:xfrm>
          <a:prstGeom prst="rect">
            <a:avLst/>
          </a:prstGeom>
          <a:solidFill>
            <a:srgbClr val="26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19079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818CF8"/>
                </a:solidFill>
                <a:latin typeface="Inter"/>
              </a:rPr>
              <a:t>9,880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78808"/>
            <a:ext cx="190798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deprecations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9547" y="3520440"/>
            <a:ext cx="19079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818CF8"/>
                </a:solidFill>
                <a:latin typeface="Inter"/>
              </a:rPr>
              <a:t>8,336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9547" y="4178808"/>
            <a:ext cx="190798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breaking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1854" y="3520440"/>
            <a:ext cx="19079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9A9AA8"/>
                </a:solidFill>
                <a:latin typeface="Inter"/>
              </a:rPr>
              <a:t>4,158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1854" y="4178808"/>
            <a:ext cx="190798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security — the only class incumbents 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161" y="3520440"/>
            <a:ext cx="19079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818CF8"/>
                </a:solidFill>
                <a:latin typeface="Inter"/>
              </a:rPr>
              <a:t>1,891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4161" y="4178808"/>
            <a:ext cx="190798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functional regressions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6468" y="3520440"/>
            <a:ext cx="19079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7FB0F5"/>
                </a:solidFill>
                <a:latin typeface="Inter"/>
              </a:rPr>
              <a:t>83%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6468" y="4178808"/>
            <a:ext cx="190798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of our catalog has no CVE at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9A9AA8"/>
                </a:solidFill>
                <a:latin typeface="Inter"/>
              </a:rPr>
              <a:t>Our own catalog, measured 2026-08-24. The four non-security classes are the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Inter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9EE"/>
                </a:solidFill>
                <a:latin typeface="Inter"/>
              </a:rPr>
              <a:t>The cost of the problem, not the size of the tool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9AA8"/>
                </a:solidFill>
                <a:latin typeface="Inter"/>
              </a:rPr>
              <a:t>Tooling spend is the wrong denominator. What matters is the cost of the defects the tooling exists to prevent — and the distance between the two.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00400"/>
            <a:ext cx="10637215" cy="9525"/>
          </a:xfrm>
          <a:prstGeom prst="rect">
            <a:avLst/>
          </a:prstGeom>
          <a:solidFill>
            <a:srgbClr val="26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245356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0A06A"/>
                </a:solidFill>
                <a:latin typeface="Inter"/>
              </a:rPr>
              <a:t>$2.41T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78808"/>
            <a:ext cx="2453563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annual cost of poor software quality, US alone — CISQ,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5123" y="3520440"/>
            <a:ext cx="245356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0A06A"/>
                </a:solidFill>
                <a:latin typeface="Inter"/>
              </a:rPr>
              <a:t>$1.52T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123" y="4178808"/>
            <a:ext cx="2453563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of that is accumulated technical debt: defects already shipped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3520440"/>
            <a:ext cx="245356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0A06A"/>
                </a:solidFill>
                <a:latin typeface="Inter"/>
              </a:rPr>
              <a:t>$300B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4178808"/>
            <a:ext cx="2453563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global output lost each year to developer inefficiency — Stripe,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0891" y="3520440"/>
            <a:ext cx="245356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0A06A"/>
                </a:solidFill>
                <a:latin typeface="Inter"/>
              </a:rPr>
              <a:t>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0891" y="4178808"/>
            <a:ext cx="2453563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of a developer's week spent on maintenance and debugging — same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9A9AA8"/>
                </a:solidFill>
                <a:latin typeface="Inter"/>
              </a:rPr>
              <a:t>Against that, application-security and composition testing together are usually put in the region of $10–15B a year — estimates vary enough that the range matters more than any point figure. That gap is the opportunity, and most of today's spend chases the security minority.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Inter"/>
              </a:rPr>
              <a:t>PROJECTION — LABELLED AS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9EE"/>
                </a:solidFill>
                <a:latin typeface="Inter"/>
              </a:rPr>
              <a:t>What changes when models write the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9AA8"/>
                </a:solidFill>
                <a:latin typeface="Inter"/>
              </a:rPr>
              <a:t>The adoption figures are measured. The conclusion drawn from them is an argument, and it is stated as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37215" cy="9525"/>
          </a:xfrm>
          <a:prstGeom prst="rect">
            <a:avLst/>
          </a:prstGeom>
          <a:solidFill>
            <a:srgbClr val="26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14% → 90% — enterprise engineers using AI code assistants, 2024 to a projected 2028 (Gartner)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027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More than a quarter of new code at Google was already model-generated as of late 2024. The direction has not been in doubt for two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519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Verification scales with code volume. Review capacity scales with headcount.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6285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Every tool bounding this problem today is bounded by a person reading a diff. Generation is no longer bounded by a person, so the two curves separate — and the gap between them is the market.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120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The dependency being consumed has no version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2297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A hosted model ships no release notes and cannot be pinned. $10–15B of existing tooling assumes versioned artifacts and explicit upgrades; none of it has anything to grip when what changed was weights behind a stable endpoint name.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Inter"/>
              </a:rPr>
              <a:t>WHAT BUGMINE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9EE"/>
                </a:solidFill>
                <a:latin typeface="Inter"/>
              </a:rPr>
              <a:t>One catalog. Four origins in, one question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9AA8"/>
                </a:solidFill>
                <a:latin typeface="Inter"/>
              </a:rPr>
              <a:t>Does this defect reach your code? Everything else in the system exists to make that question answerable and the answer citable.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37215" cy="9525"/>
          </a:xfrm>
          <a:prstGeom prst="rect">
            <a:avLst/>
          </a:prstGeom>
          <a:solidFill>
            <a:srgbClr val="26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Holistic, not security-only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027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Breaking changes, deprecations, regressions, performance and security. 83% of what we hold has no CVE.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Reachability before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171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A defect in a package you never call is suppressed and counted, not reported. Suppression requires a confirmed negative — undetermined stays in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Every finding cites its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315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A finding without a citation is a bug in us, not a judgement call. Components the catalog has never seen are named as not covered rather than omitted.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Inter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E9E9EE"/>
                </a:solidFill>
                <a:latin typeface="Inter"/>
              </a:rPr>
              <a:t>Four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2467279" cy="3200400"/>
          </a:xfrm>
          <a:prstGeom prst="roundRect">
            <a:avLst/>
          </a:prstGeom>
          <a:solidFill>
            <a:srgbClr val="17181D"/>
          </a:solidFill>
          <a:ln>
            <a:solidFill>
              <a:srgbClr val="26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010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9A9AA8"/>
                </a:solidFill>
                <a:latin typeface="Inter"/>
              </a:rPr>
              <a:t>1 · 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2010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9E9EE"/>
                </a:solidFill>
                <a:latin typeface="Inter"/>
              </a:rPr>
              <a:t>Four origins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2010079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Crawl reads release notes from 313 sources. OSV contributes declared ranges. Scans feed back what customers hit. Evals go looking.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551" y="2148840"/>
            <a:ext cx="2467279" cy="3200400"/>
          </a:xfrm>
          <a:prstGeom prst="roundRect">
            <a:avLst/>
          </a:prstGeom>
          <a:solidFill>
            <a:srgbClr val="17181D"/>
          </a:solidFill>
          <a:ln>
            <a:solidFill>
              <a:srgbClr val="26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9151" y="2377440"/>
            <a:ext cx="2010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9A9AA8"/>
                </a:solidFill>
                <a:latin typeface="Inter"/>
              </a:rPr>
              <a:t>2 ·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9151" y="2788920"/>
            <a:ext cx="2010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9E9EE"/>
                </a:solidFill>
                <a:latin typeface="Inter"/>
              </a:rPr>
              <a:t>One record per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9151" y="3429000"/>
            <a:ext cx="2010079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Content-hashed and deduplicated by defect, not by release. Every record says whether it was introduced or fixed.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2148840"/>
            <a:ext cx="2467279" cy="3200400"/>
          </a:xfrm>
          <a:prstGeom prst="roundRect">
            <a:avLst/>
          </a:prstGeom>
          <a:solidFill>
            <a:srgbClr val="17181D"/>
          </a:solidFill>
          <a:ln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2463" y="2377440"/>
            <a:ext cx="2010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18CF8"/>
                </a:solidFill>
                <a:latin typeface="Inter"/>
              </a:rPr>
              <a:t>3 · 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2463" y="2788920"/>
            <a:ext cx="2010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9E9EE"/>
                </a:solidFill>
                <a:latin typeface="Inter"/>
              </a:rPr>
              <a:t>Narrow against your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2463" y="3429000"/>
            <a:ext cx="2010079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Lockfile resolves locally; imports and call sites parsed for Python, JavaScript, JVM and Go. Names leave your machine, source does not.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7175" y="2148840"/>
            <a:ext cx="2467279" cy="3200400"/>
          </a:xfrm>
          <a:prstGeom prst="roundRect">
            <a:avLst/>
          </a:prstGeom>
          <a:solidFill>
            <a:srgbClr val="17181D"/>
          </a:solidFill>
          <a:ln>
            <a:solidFill>
              <a:srgbClr val="26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5775" y="2377440"/>
            <a:ext cx="2010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9A9AA8"/>
                </a:solidFill>
                <a:latin typeface="Inter"/>
              </a:rPr>
              <a:t>4 · Cite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5775" y="2788920"/>
            <a:ext cx="2010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9E9EE"/>
                </a:solidFill>
                <a:latin typeface="Inter"/>
              </a:rPr>
              <a:t>And name the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5775" y="3429000"/>
            <a:ext cx="2010079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Each finding names the record grounding it. Uncovered components are listed, because an empty report and an unexamined dependency look identical.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9A9AA8"/>
                </a:solidFill>
                <a:latin typeface="Inter"/>
              </a:rPr>
              <a:t>Stage three is the one every incumbent skips, and the reason a BugMine report is short enough to read.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Inter"/>
              </a:rPr>
              <a:t>MEASURED, NOT CLAIMED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9EE"/>
                </a:solidFill>
                <a:latin typeface="Inter"/>
              </a:rPr>
              <a:t>One real scan: python-poetry/poetry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9AA8"/>
                </a:solidFill>
                <a:latin typeface="Inter"/>
              </a:rPr>
              <a:t>The central claim of the product, run against a real repository and reported whole — including the part that is not good news.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00400"/>
            <a:ext cx="10637215" cy="9525"/>
          </a:xfrm>
          <a:prstGeom prst="rect">
            <a:avLst/>
          </a:prstGeom>
          <a:solidFill>
            <a:srgbClr val="26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19079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E9E9EE"/>
                </a:solidFill>
                <a:latin typeface="Inter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78808"/>
            <a:ext cx="190798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dependencies resolved from the lockfile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9547" y="3520440"/>
            <a:ext cx="19079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E9E9EE"/>
                </a:solidFill>
                <a:latin typeface="Inter"/>
              </a:rPr>
              <a:t>224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9547" y="4178808"/>
            <a:ext cx="190798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catalog records matched those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1854" y="3520440"/>
            <a:ext cx="19079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7FB0F5"/>
                </a:solidFill>
                <a:latin typeface="Inter"/>
              </a:rPr>
              <a:t>168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1854" y="4178808"/>
            <a:ext cx="190798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suppressed — the code never calls them (75%)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161" y="3520440"/>
            <a:ext cx="19079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818CF8"/>
                </a:solidFill>
                <a:latin typeface="Inter"/>
              </a:rPr>
              <a:t>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4161" y="4178808"/>
            <a:ext cx="190798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reported, each citing its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6468" y="3520440"/>
            <a:ext cx="19079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E0A06A"/>
                </a:solidFill>
                <a:latin typeface="Inter"/>
              </a:rPr>
              <a:t>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6468" y="4178808"/>
            <a:ext cx="190798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AA8"/>
                </a:solidFill>
                <a:latin typeface="Inter"/>
              </a:rPr>
              <a:t>not covered — we hold nothing, and say 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9A9AA8"/>
                </a:solidFill>
                <a:latin typeface="Inter"/>
              </a:rPr>
              <a:t>75% suppression is in range of the 61.9% published for reachability analysis. The 76 uncovered components are the honest weakness: a thin catalog is a real limitation and naming it is the only defensible way to ship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Inter"/>
              </a:rPr>
              <a:t>EVALS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9EE"/>
                </a:solidFill>
                <a:latin typeface="Inter"/>
              </a:rPr>
              <a:t>The origin that finds bugs instead of reading about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9AA8"/>
                </a:solidFill>
                <a:latin typeface="Inter"/>
              </a:rPr>
              <a:t>Three of the four origins are downstream of someone else's writing. If nobody published a changelog entry, nothing arrives. Evals are how a defect enters the catalog when no such entry will ever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00400"/>
            <a:ext cx="10637215" cy="9525"/>
          </a:xfrm>
          <a:prstGeom prst="rect">
            <a:avLst/>
          </a:prstGeom>
          <a:solidFill>
            <a:srgbClr val="26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Why hosted models need this and nothing else provides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3989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A model has no version to pin and ships no release notes. Behaviour changes under a fixed endpoint name, so there is no artifact for a lockfile to hold. The only way to know it regressed is to have measured it before.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Not only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0857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The same probe-and-compare method applies to anything whose behaviour can be exercised: a database's edge-case query handling, an API's response to a malformed request, a runtime across a version bump.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Corroboration by rate, not by repetition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7725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Probabilistic systems fail intermittently, so 'it failed twice' proves nothing. A result is promoted when the Wilson interval on its failure rate clears the tolerated floor, refuted when it falls entirely below — otherwise undetermined, and it says 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9A9AA8"/>
                </a:solidFill>
                <a:latin typeface="Inter"/>
              </a:rPr>
              <a:t>Status, plainly: the corroboration maths is built and tested. The scheduler that runs probes on a cadence is not. Evals are design, not something filling the catalog today.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Inter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9EE"/>
                </a:solidFill>
                <a:latin typeface="Inter"/>
              </a:rPr>
              <a:t>Where the answer shows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9AA8"/>
                </a:solidFill>
                <a:latin typeface="Inter"/>
              </a:rPr>
              <a:t>The value is in the answer arriving at the moment the decision is made, which is rarely in a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154680"/>
            <a:ext cx="1951878" cy="2286000"/>
          </a:xfrm>
          <a:prstGeom prst="roundRect">
            <a:avLst/>
          </a:prstGeom>
          <a:solidFill>
            <a:srgbClr val="17181D"/>
          </a:solidFill>
          <a:ln>
            <a:solidFill>
              <a:srgbClr val="26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3383280"/>
            <a:ext cx="154954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E9E9EE"/>
                </a:solidFill>
                <a:latin typeface="Inter"/>
              </a:rPr>
              <a:t>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794760"/>
            <a:ext cx="154954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18CF8"/>
                </a:solidFill>
                <a:latin typeface="Inter"/>
              </a:rPr>
              <a:t>Cursor · 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206240"/>
            <a:ext cx="154954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9AA8"/>
                </a:solidFill>
                <a:latin typeface="Inter"/>
              </a:rPr>
              <a:t>Ask before you add the dependency, without leaving the editor.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8574" y="3154680"/>
            <a:ext cx="1951878" cy="2286000"/>
          </a:xfrm>
          <a:prstGeom prst="roundRect">
            <a:avLst/>
          </a:prstGeom>
          <a:solidFill>
            <a:srgbClr val="17181D"/>
          </a:solidFill>
          <a:ln>
            <a:solidFill>
              <a:srgbClr val="26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49742" y="3383280"/>
            <a:ext cx="154954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E9E9EE"/>
                </a:solidFill>
                <a:latin typeface="Inter"/>
              </a:rPr>
              <a:t>GitHub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9742" y="3794760"/>
            <a:ext cx="154954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18CF8"/>
                </a:solidFill>
                <a:latin typeface="Inter"/>
              </a:rPr>
              <a:t>PR check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9742" y="4206240"/>
            <a:ext cx="154954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9AA8"/>
                </a:solidFill>
                <a:latin typeface="Inter"/>
              </a:rPr>
              <a:t>Reachable findings on the diff, plus an explicit not-covered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9908" y="3154680"/>
            <a:ext cx="1951878" cy="2286000"/>
          </a:xfrm>
          <a:prstGeom prst="roundRect">
            <a:avLst/>
          </a:prstGeom>
          <a:solidFill>
            <a:srgbClr val="17181D"/>
          </a:solidFill>
          <a:ln>
            <a:solidFill>
              <a:srgbClr val="26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076" y="3383280"/>
            <a:ext cx="154954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E9E9EE"/>
                </a:solidFill>
                <a:latin typeface="Inter"/>
              </a:rPr>
              <a:t>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076" y="3794760"/>
            <a:ext cx="154954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18CF8"/>
                </a:solidFill>
                <a:latin typeface="Inter"/>
              </a:rPr>
              <a:t>bugmine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076" y="4206240"/>
            <a:ext cx="154954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9AA8"/>
                </a:solidFill>
                <a:latin typeface="Inter"/>
              </a:rPr>
              <a:t>Same answer in CI, exit code and 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1242" y="3154680"/>
            <a:ext cx="1951878" cy="2286000"/>
          </a:xfrm>
          <a:prstGeom prst="roundRect">
            <a:avLst/>
          </a:prstGeom>
          <a:solidFill>
            <a:srgbClr val="17181D"/>
          </a:solidFill>
          <a:ln>
            <a:solidFill>
              <a:srgbClr val="26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2410" y="3383280"/>
            <a:ext cx="154954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E9E9EE"/>
                </a:solidFill>
                <a:latin typeface="Inter"/>
              </a:rPr>
              <a:t>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2410" y="3794760"/>
            <a:ext cx="154954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18CF8"/>
                </a:solidFill>
                <a:latin typeface="Inter"/>
              </a:rPr>
              <a:t>search · scans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2410" y="4206240"/>
            <a:ext cx="154954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9AA8"/>
                </a:solidFill>
                <a:latin typeface="Inter"/>
              </a:rPr>
              <a:t>The catalog is searchable with no account at all.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2576" y="3154680"/>
            <a:ext cx="1951878" cy="2286000"/>
          </a:xfrm>
          <a:prstGeom prst="roundRect">
            <a:avLst/>
          </a:prstGeom>
          <a:solidFill>
            <a:srgbClr val="17181D"/>
          </a:solidFill>
          <a:ln>
            <a:solidFill>
              <a:srgbClr val="26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63744" y="3383280"/>
            <a:ext cx="154954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E9E9EE"/>
                </a:solidFill>
                <a:latin typeface="Inter"/>
              </a:rPr>
              <a:t>Advisor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3744" y="3794760"/>
            <a:ext cx="154954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18CF8"/>
                </a:solidFill>
                <a:latin typeface="Inter"/>
              </a:rPr>
              <a:t>before you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3744" y="4206240"/>
            <a:ext cx="154954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9AA8"/>
                </a:solidFill>
                <a:latin typeface="Inter"/>
              </a:rPr>
              <a:t>What is known about a stack you have not adopted yet.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Inter"/>
              </a:rPr>
              <a:t>STATE OF THE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9EE"/>
                </a:solidFill>
                <a:latin typeface="Inter"/>
              </a:rPr>
              <a:t>What runs today, and what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9AA8"/>
                </a:solidFill>
                <a:latin typeface="Inter"/>
              </a:rPr>
              <a:t>Separated deliberately. A roadmap that reads as shipped is the fastest way to lose the reader's trust in every other number 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37215" cy="9525"/>
          </a:xfrm>
          <a:prstGeom prst="rect">
            <a:avLst/>
          </a:prstGeom>
          <a:solidFill>
            <a:srgbClr val="26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7FB0F5"/>
                </a:solidFill>
                <a:latin typeface="Inter"/>
              </a:rPr>
              <a:t>Running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A9AA8"/>
                </a:solidFill>
                <a:latin typeface="Inter"/>
              </a:rPr>
              <a:t>Ingestion — crawl, extract, OSV, scheduled sweep
Catalog with direction and tagged-union applicability
Reachability for Python, JavaScript, JVM, Go
Server-side scans, dependency check, public search
Console, MCP server, GitHub App, CLI, advisor
Multi-tenant isolation enforced by row-level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918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0A06A"/>
                </a:solidFill>
                <a:latin typeface="Inter"/>
              </a:rPr>
              <a:t>Not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70332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A9AA8"/>
                </a:solidFill>
                <a:latin typeface="Inter"/>
              </a:rPr>
              <a:t>Eval scheduler — the probe cadence
Own-code analysis wired into the scan path
Reachability for Swift, Rust, Ruby
Cross-tenant promotion at scale
Subscriptions and scheduled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18CF8"/>
                </a:solidFill>
                <a:latin typeface="Inter"/>
              </a:rPr>
              <a:t>THE CASE AGAINST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9EE"/>
                </a:solidFill>
                <a:latin typeface="Inter"/>
              </a:rPr>
              <a:t>What argues against all of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9AA8"/>
                </a:solidFill>
                <a:latin typeface="Inter"/>
              </a:rPr>
              <a:t>Included because an argument that only presents one side is worth less than nothing.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37215" cy="9525"/>
          </a:xfrm>
          <a:prstGeom prst="rect">
            <a:avLst/>
          </a:prstGeom>
          <a:solidFill>
            <a:srgbClr val="26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918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Reachability is being commoditised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027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Endor Labs, Snyk and Semgrep all ship it and market it on exactly this alert-fatigue argument. The 92% figure is a known problem under active attack by funded incumbents. BugMine is not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879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The raw material is 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98848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NVD, OSV and GitHub Advisory are public. Aggregation is not defensible — what we add has to be the reachability, the non-security classes and original discovery, not the collecting.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84064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9E9EE"/>
                </a:solidFill>
                <a:latin typeface="Inter"/>
              </a:rPr>
              <a:t>Eval platforms already exist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949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9AA8"/>
                </a:solidFill>
                <a:latin typeface="Inter"/>
              </a:rPr>
              <a:t>Langfuse, LangSmith, Braintrust and Arize are established. The distinction is real but narrow: they evaluate your application, one customer at a time. None maintains a shared, versioned catalog of model behaviour.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377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9E9EE"/>
                </a:solidFill>
                <a:latin typeface="Inter"/>
              </a:rPr>
              <a:t>An empty report and an unexamined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818CF8"/>
                </a:solidFill>
                <a:latin typeface="Inter"/>
              </a:rPr>
              <a:t>look exactly the same.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148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9A9AA8"/>
                </a:solidFill>
                <a:latin typeface="Inter"/>
              </a:rPr>
              <a:t>Only one of them is good news. Everything BugMine does comes from refusing to let those two states share a rendering.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18CF8"/>
                </a:solidFill>
                <a:latin typeface="Inter"/>
              </a:rPr>
              <a:t>24,363 records · 313 sources · 83% beyond CVEs · searchable with no account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